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  <p:sldId id="264" r:id="rId29"/>
    <p:sldId id="265" r:id="rId3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37490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AI</a:t>
            </a:r>
          </a:p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Workshop: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309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8 lessons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1 of 8  ·  Setup and Your First AI Call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invents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Why it makes things up,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836331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leave with a program that knows what you know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Oval 4"/>
          <p:cNvSpPr/>
          <p:nvPr/>
        </p:nvSpPr>
        <p:spPr>
          <a:xfrm>
            <a:off x="1453895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Nothing yet - this is where it starts.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Your first AI call, and system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2.  Why AI invents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3.  Chunking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4.  Embeddings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5.  The assistant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2788920"/>
            <a:ext cx="7754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Workshop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85248" y="2633472"/>
            <a:ext cx="724204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 chatbot has never seen your notes. Ask it about your homework and it will invent an answer - confidently.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Over 8 lessons you build an assistant that reads documents you choose, answers only from them, and names its source.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And says “that isn’t in your documents” when it isn’t. That refusal is the hard part, and the whole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Set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Python, VS Code, your keys. Work lives in your shared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First AI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Send a message to the AI. Look at what comes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System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Give the model a job. One question, three assistants.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Make it obey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Length, format, language - then make it refuse.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Swap the 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Change one line. Same code, different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Everything is installed. You are connecting pieces, not installing them.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Python lives on the laptop. Your work lives in your shared folder - you may be at a different Mac next lesson.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Two keys in .env: one answers, one searches.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Pick the kernel in every notebook. The #1 source of errors all workshop.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System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SYSTEM - written by you, the programmer. The user never sees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HUMAN - what the user actually typed.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That split is why a chatbot stays polite whatever you type at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Same model, same question, three system prompts → three different assistants.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“I only answer questions about weather.”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One paragraph of English. No Python. In Lesson 5, this is what makes your assistant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Bring your own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3 to 10 of your own .txt or .md files.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Revision notes, a subject you study, the rules of a game. English works best.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Shared storage is visible to everyone — general subjects only, nothing personal.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