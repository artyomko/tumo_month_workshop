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  <p:sldId id="263" r:id="rId28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Relationship Id="rId2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2 of 8  ·  Why AI Makes Things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Why AI invents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570078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233289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Why it makes things up, and why pasting everything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3.  Chunking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4.  Embeddings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5.  The assistant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6.  Real project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7.  Your notes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Watch it invent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Ask about documents no AI has ever seen.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Paste it all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The obvious fix. It 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9783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0055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Measure the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Then find out why it cannot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It is not remembering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A model predicts what text comes next. It has no database.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Inside it, recalling and composing are the same operation.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So it cannot tell you which one it just did - and neither can you.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Real cases: invented court citations, invented refund policies.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The Kestrel Project does not exist.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We invented it for this workshop. No AI has ever seen it — so every detail it gives you is provably made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Read the file. Put the text in the system prompt. Ask again.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Now it is right - because the answer was in front of it.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Ask about a different file and it fails again. So load everything?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Why “paste everything”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200,000 tokens. A textbook fits. A year of notes does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$12.50 per 100 questions for a textbook. $75 for a year of notes.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9783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0055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The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Too much context buries the answer. Replies get worse.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“It fits” and “it’s a good idea” are different questions.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Next three lessons: find the three paragraphs that matter, and send only those.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