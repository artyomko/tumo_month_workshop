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28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Relationship Id="rId2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8 of 8  ·  Testing, Tuning and Final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Ship it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267176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3.  Splitting documents so they can be searched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4.  Turning meaning into numbers you can compare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5.  Retrieval + prompt = grounded answers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6.  Out of the notebook, into Python files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7.  Your own documents, and fixing what goes wrong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Measure, tune, and show what you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Nothing - you are done!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Five questions you know the answers to. Score them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One change at a time. Re-score after 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1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3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1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README, requirements, and keep your key out of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7736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08008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97896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Show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7896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90 seconds 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How would you know?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Change something, ask one question, decide it is better, keep it.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You measured nothing. The model words things differently every time, and you asked once.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Decide how you will measure before you change anything.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Write the test set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Then change one thing, and score it again. This is the most useful habit in the whole workshop.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Worth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Does the pricier model win?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Swapping Haiku for Sonnet roughly doubles the price.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It often does not win. The retriever already did the hard part — the model
only has to read four paragraphs and not invent anything.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“I tested it and the expensive one was not better” is a real finding.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Your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What it knows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The documents you chose, and why.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One 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Ask it live. Point at the 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1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3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1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One correct refusal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The thing you actually built.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7736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08008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97896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One thing that broke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7896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And what it turned out to 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You leave with a program that knows what you know.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Switch the model to Ollama and the answering half runs free on your own laptop, forever.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