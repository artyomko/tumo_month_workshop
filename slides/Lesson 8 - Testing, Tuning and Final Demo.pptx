
<file path=[Content_Types].xml><?xml version="1.0" encoding="utf-8"?>
<Types xmlns="http://schemas.openxmlformats.org/package/2006/content-types">
  <Default Extension="fntdata" ContentType="application/x-fontdata"/>
  <Default Extension="rels" ContentType="application/vnd.openxmlformats-package.relationships+xml"/>
  <Default Extension="xml" ContentType="application/xml"/>
  <Override PartName="/ppt/metadata" ContentType="application/binary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12"/>
    <p:sldId id="257" r:id="rId11"/>
    <p:sldId id="258" r:id="rId10"/>
    <p:sldId id="259" r:id="rId9"/>
    <p:sldId id="260" r:id="rId8"/>
    <p:sldId id="261" r:id="rId7"/>
    <p:sldId id="262" r:id="rId6"/>
    <p:sldId id="263" r:id="rId28"/>
  </p:sldIdLst>
  <p:sldSz cy="10287000" cx="18288000"/>
  <p:notesSz cx="6858000" cy="9144000"/>
  <p:embeddedFontLst>
    <p:embeddedFont>
      <p:font typeface="Poppins"/>
      <p:regular r:id="rId13"/>
      <p:bold r:id="rId14"/>
      <p:italic r:id="rId15"/>
      <p:boldItalic r:id="rId16"/>
    </p:embeddedFont>
    <p:embeddedFont>
      <p:font typeface="Poppins Medium"/>
      <p:regular r:id="rId17"/>
      <p:bold r:id="rId18"/>
      <p:italic r:id="rId19"/>
      <p:boldItalic r:id="rId20"/>
    </p:embeddedFont>
    <p:embeddedFont>
      <p:font typeface="Poppins SemiBold"/>
      <p:regular r:id="rId21"/>
      <p:bold r:id="rId22"/>
      <p:italic r:id="rId23"/>
      <p:boldItalic r:id="rId24"/>
    </p:embeddedFont>
    <p:embeddedFont>
      <p:font typeface="Poppins ExtraBold"/>
      <p:bold r:id="rId25"/>
      <p:boldItalic r:id="rId2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pos="5760">
          <p15:clr>
            <a:srgbClr val="747775"/>
          </p15:clr>
        </p15:guide>
        <p15:guide id="2" orient="horz" pos="3240">
          <p15:clr>
            <a:srgbClr val="747775"/>
          </p15:clr>
        </p15:guide>
      </p15:sldGuideLst>
    </p:ext>
    <p:ext uri="GoogleSlidesCustomDataVersion2">
      <go:slidesCustomData xmlns:go="http://customooxmlschemas.google.com/" r:id="rId27" roundtripDataSignature="AMtx7mikcC1XCQqB7SploIcIGk0JnEciC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5760"/>
        <p:guide pos="3240" orient="horz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7.xml"/><Relationship Id="rId7" Type="http://schemas.openxmlformats.org/officeDocument/2006/relationships/slide" Target="slides/slide6.xml"/><Relationship Id="rId8" Type="http://schemas.openxmlformats.org/officeDocument/2006/relationships/slide" Target="slides/slide5.xml"/><Relationship Id="rId9" Type="http://schemas.openxmlformats.org/officeDocument/2006/relationships/slide" Target="slides/slide4.xml"/><Relationship Id="rId10" Type="http://schemas.openxmlformats.org/officeDocument/2006/relationships/slide" Target="slides/slide3.xml"/><Relationship Id="rId11" Type="http://schemas.openxmlformats.org/officeDocument/2006/relationships/slide" Target="slides/slide2.xml"/><Relationship Id="rId12" Type="http://schemas.openxmlformats.org/officeDocument/2006/relationships/slide" Target="slides/slide1.xml"/><Relationship Id="rId13" Type="http://schemas.openxmlformats.org/officeDocument/2006/relationships/font" Target="fonts/Poppins-regular.fntdata"/><Relationship Id="rId14" Type="http://schemas.openxmlformats.org/officeDocument/2006/relationships/font" Target="fonts/Poppins-bold.fntdata"/><Relationship Id="rId15" Type="http://schemas.openxmlformats.org/officeDocument/2006/relationships/font" Target="fonts/Poppins-italic.fntdata"/><Relationship Id="rId16" Type="http://schemas.openxmlformats.org/officeDocument/2006/relationships/font" Target="fonts/Poppins-boldItalic.fntdata"/><Relationship Id="rId17" Type="http://schemas.openxmlformats.org/officeDocument/2006/relationships/font" Target="fonts/PoppinsMedium-regular.fntdata"/><Relationship Id="rId18" Type="http://schemas.openxmlformats.org/officeDocument/2006/relationships/font" Target="fonts/PoppinsMedium-bold.fntdata"/><Relationship Id="rId19" Type="http://schemas.openxmlformats.org/officeDocument/2006/relationships/font" Target="fonts/PoppinsMedium-italic.fntdata"/><Relationship Id="rId20" Type="http://schemas.openxmlformats.org/officeDocument/2006/relationships/font" Target="fonts/PoppinsMedium-boldItalic.fntdata"/><Relationship Id="rId21" Type="http://schemas.openxmlformats.org/officeDocument/2006/relationships/font" Target="fonts/PoppinsSemiBold-regular.fntdata"/><Relationship Id="rId22" Type="http://schemas.openxmlformats.org/officeDocument/2006/relationships/font" Target="fonts/PoppinsSemiBold-bold.fntdata"/><Relationship Id="rId23" Type="http://schemas.openxmlformats.org/officeDocument/2006/relationships/font" Target="fonts/PoppinsSemiBold-italic.fntdata"/><Relationship Id="rId24" Type="http://schemas.openxmlformats.org/officeDocument/2006/relationships/font" Target="fonts/PoppinsSemiBold-boldItalic.fntdata"/><Relationship Id="rId25" Type="http://schemas.openxmlformats.org/officeDocument/2006/relationships/font" Target="fonts/PoppinsExtraBold-bold.fntdata"/><Relationship Id="rId26" Type="http://schemas.openxmlformats.org/officeDocument/2006/relationships/font" Target="fonts/PoppinsExtraBold-boldItalic.fntdata"/><Relationship Id="rId27" Type="http://customschemas.google.com/relationships/presentationmetadata" Target="metadata"/><Relationship Id="rId28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0"/>
          <p:cNvSpPr txBox="1"/>
          <p:nvPr>
            <p:ph type="ctrTitle"/>
          </p:nvPr>
        </p:nvSpPr>
        <p:spPr>
          <a:xfrm>
            <a:off x="623417" y="1489150"/>
            <a:ext cx="17041200" cy="4105200"/>
          </a:xfrm>
          <a:prstGeom prst="rect">
            <a:avLst/>
          </a:prstGeom>
          <a:noFill/>
          <a:ln>
            <a:noFill/>
          </a:ln>
        </p:spPr>
        <p:txBody>
          <a:bodyPr anchorCtr="0" anchor="b" bIns="182850" lIns="182850" spcFirstLastPara="1" rIns="182850" wrap="square" tIns="18285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400"/>
              <a:buNone/>
              <a:defRPr sz="10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400"/>
              <a:buNone/>
              <a:defRPr sz="104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400"/>
              <a:buNone/>
              <a:defRPr sz="104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400"/>
              <a:buNone/>
              <a:defRPr sz="104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400"/>
              <a:buNone/>
              <a:defRPr sz="104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400"/>
              <a:buNone/>
              <a:defRPr sz="104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400"/>
              <a:buNone/>
              <a:defRPr sz="104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400"/>
              <a:buNone/>
              <a:defRPr sz="104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400"/>
              <a:buNone/>
              <a:defRPr sz="10400"/>
            </a:lvl9pPr>
          </a:lstStyle>
          <a:p/>
        </p:txBody>
      </p:sp>
      <p:sp>
        <p:nvSpPr>
          <p:cNvPr id="11" name="Google Shape;11;p10"/>
          <p:cNvSpPr txBox="1"/>
          <p:nvPr>
            <p:ph idx="1" type="subTitle"/>
          </p:nvPr>
        </p:nvSpPr>
        <p:spPr>
          <a:xfrm>
            <a:off x="623400" y="5668250"/>
            <a:ext cx="17041200" cy="15852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850" lIns="182850" spcFirstLastPara="1" rIns="182850" wrap="square" tIns="18285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9pPr>
          </a:lstStyle>
          <a:p/>
        </p:txBody>
      </p:sp>
      <p:sp>
        <p:nvSpPr>
          <p:cNvPr id="12" name="Google Shape;12;p10"/>
          <p:cNvSpPr txBox="1"/>
          <p:nvPr>
            <p:ph idx="12" type="sldNum"/>
          </p:nvPr>
        </p:nvSpPr>
        <p:spPr>
          <a:xfrm>
            <a:off x="16944916" y="9326434"/>
            <a:ext cx="1097400" cy="78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11"/>
          <p:cNvSpPr txBox="1"/>
          <p:nvPr>
            <p:ph type="title"/>
          </p:nvPr>
        </p:nvSpPr>
        <p:spPr>
          <a:xfrm>
            <a:off x="623400" y="890050"/>
            <a:ext cx="17041200" cy="11454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850" lIns="182850" spcFirstLastPara="1" rIns="182850" wrap="square" tIns="18285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9pPr>
          </a:lstStyle>
          <a:p/>
        </p:txBody>
      </p:sp>
      <p:sp>
        <p:nvSpPr>
          <p:cNvPr id="15" name="Google Shape;15;p11"/>
          <p:cNvSpPr txBox="1"/>
          <p:nvPr>
            <p:ph idx="1" type="body"/>
          </p:nvPr>
        </p:nvSpPr>
        <p:spPr>
          <a:xfrm>
            <a:off x="623400" y="2304950"/>
            <a:ext cx="17041200" cy="68328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850" lIns="182850" spcFirstLastPara="1" rIns="182850" wrap="square" tIns="182850">
            <a:normAutofit/>
          </a:bodyPr>
          <a:lstStyle>
            <a:lvl1pPr indent="-4572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600"/>
              <a:buChar char="●"/>
              <a:defRPr/>
            </a:lvl1pPr>
            <a:lvl2pPr indent="-4064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○"/>
              <a:defRPr/>
            </a:lvl2pPr>
            <a:lvl3pPr indent="-4064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■"/>
              <a:defRPr/>
            </a:lvl3pPr>
            <a:lvl4pPr indent="-4064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●"/>
              <a:defRPr/>
            </a:lvl4pPr>
            <a:lvl5pPr indent="-4064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○"/>
              <a:defRPr/>
            </a:lvl5pPr>
            <a:lvl6pPr indent="-4064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■"/>
              <a:defRPr/>
            </a:lvl6pPr>
            <a:lvl7pPr indent="-4064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●"/>
              <a:defRPr/>
            </a:lvl7pPr>
            <a:lvl8pPr indent="-4064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○"/>
              <a:defRPr/>
            </a:lvl8pPr>
            <a:lvl9pPr indent="-4064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■"/>
              <a:defRPr/>
            </a:lvl9pPr>
          </a:lstStyle>
          <a:p/>
        </p:txBody>
      </p:sp>
      <p:sp>
        <p:nvSpPr>
          <p:cNvPr id="16" name="Google Shape;16;p11"/>
          <p:cNvSpPr txBox="1"/>
          <p:nvPr>
            <p:ph idx="12" type="sldNum"/>
          </p:nvPr>
        </p:nvSpPr>
        <p:spPr>
          <a:xfrm>
            <a:off x="16944916" y="9326434"/>
            <a:ext cx="1097400" cy="78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2"/>
          <p:cNvSpPr txBox="1"/>
          <p:nvPr>
            <p:ph type="title"/>
          </p:nvPr>
        </p:nvSpPr>
        <p:spPr>
          <a:xfrm>
            <a:off x="623400" y="4301700"/>
            <a:ext cx="17041200" cy="168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9pPr>
          </a:lstStyle>
          <a:p/>
        </p:txBody>
      </p:sp>
      <p:sp>
        <p:nvSpPr>
          <p:cNvPr id="19" name="Google Shape;19;p12"/>
          <p:cNvSpPr txBox="1"/>
          <p:nvPr>
            <p:ph idx="12" type="sldNum"/>
          </p:nvPr>
        </p:nvSpPr>
        <p:spPr>
          <a:xfrm>
            <a:off x="16944916" y="9326434"/>
            <a:ext cx="1097400" cy="78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13"/>
          <p:cNvSpPr txBox="1"/>
          <p:nvPr>
            <p:ph type="title"/>
          </p:nvPr>
        </p:nvSpPr>
        <p:spPr>
          <a:xfrm>
            <a:off x="623400" y="890050"/>
            <a:ext cx="17041200" cy="11454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850" lIns="182850" spcFirstLastPara="1" rIns="182850" wrap="square" tIns="18285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9pPr>
          </a:lstStyle>
          <a:p/>
        </p:txBody>
      </p:sp>
      <p:sp>
        <p:nvSpPr>
          <p:cNvPr id="22" name="Google Shape;22;p13"/>
          <p:cNvSpPr txBox="1"/>
          <p:nvPr>
            <p:ph idx="1" type="body"/>
          </p:nvPr>
        </p:nvSpPr>
        <p:spPr>
          <a:xfrm>
            <a:off x="623400" y="2304950"/>
            <a:ext cx="7999800" cy="68328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850" lIns="182850" spcFirstLastPara="1" rIns="182850" wrap="square" tIns="182850">
            <a:normAutofit/>
          </a:bodyPr>
          <a:lstStyle>
            <a:lvl1pPr indent="-4064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●"/>
              <a:defRPr sz="2800"/>
            </a:lvl1pPr>
            <a:lvl2pPr indent="-3810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  <a:defRPr sz="2400"/>
            </a:lvl2pPr>
            <a:lvl3pPr indent="-3810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■"/>
              <a:defRPr sz="2400"/>
            </a:lvl3pPr>
            <a:lvl4pPr indent="-3810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  <a:defRPr sz="2400"/>
            </a:lvl4pPr>
            <a:lvl5pPr indent="-3810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  <a:defRPr sz="2400"/>
            </a:lvl5pPr>
            <a:lvl6pPr indent="-3810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■"/>
              <a:defRPr sz="2400"/>
            </a:lvl6pPr>
            <a:lvl7pPr indent="-3810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  <a:defRPr sz="2400"/>
            </a:lvl7pPr>
            <a:lvl8pPr indent="-3810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  <a:defRPr sz="2400"/>
            </a:lvl8pPr>
            <a:lvl9pPr indent="-3810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■"/>
              <a:defRPr sz="2400"/>
            </a:lvl9pPr>
          </a:lstStyle>
          <a:p/>
        </p:txBody>
      </p:sp>
      <p:sp>
        <p:nvSpPr>
          <p:cNvPr id="23" name="Google Shape;23;p13"/>
          <p:cNvSpPr txBox="1"/>
          <p:nvPr>
            <p:ph idx="2" type="body"/>
          </p:nvPr>
        </p:nvSpPr>
        <p:spPr>
          <a:xfrm>
            <a:off x="9664800" y="2304950"/>
            <a:ext cx="7999800" cy="68328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850" lIns="182850" spcFirstLastPara="1" rIns="182850" wrap="square" tIns="182850">
            <a:normAutofit/>
          </a:bodyPr>
          <a:lstStyle>
            <a:lvl1pPr indent="-4064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●"/>
              <a:defRPr sz="2800"/>
            </a:lvl1pPr>
            <a:lvl2pPr indent="-3810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  <a:defRPr sz="2400"/>
            </a:lvl2pPr>
            <a:lvl3pPr indent="-3810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■"/>
              <a:defRPr sz="2400"/>
            </a:lvl3pPr>
            <a:lvl4pPr indent="-3810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  <a:defRPr sz="2400"/>
            </a:lvl4pPr>
            <a:lvl5pPr indent="-3810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  <a:defRPr sz="2400"/>
            </a:lvl5pPr>
            <a:lvl6pPr indent="-3810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■"/>
              <a:defRPr sz="2400"/>
            </a:lvl6pPr>
            <a:lvl7pPr indent="-3810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  <a:defRPr sz="2400"/>
            </a:lvl7pPr>
            <a:lvl8pPr indent="-3810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  <a:defRPr sz="2400"/>
            </a:lvl8pPr>
            <a:lvl9pPr indent="-3810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■"/>
              <a:defRPr sz="2400"/>
            </a:lvl9pPr>
          </a:lstStyle>
          <a:p/>
        </p:txBody>
      </p:sp>
      <p:sp>
        <p:nvSpPr>
          <p:cNvPr id="24" name="Google Shape;24;p13"/>
          <p:cNvSpPr txBox="1"/>
          <p:nvPr>
            <p:ph idx="12" type="sldNum"/>
          </p:nvPr>
        </p:nvSpPr>
        <p:spPr>
          <a:xfrm>
            <a:off x="16944916" y="9326434"/>
            <a:ext cx="1097400" cy="78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4"/>
          <p:cNvSpPr txBox="1"/>
          <p:nvPr>
            <p:ph type="title"/>
          </p:nvPr>
        </p:nvSpPr>
        <p:spPr>
          <a:xfrm>
            <a:off x="623400" y="890050"/>
            <a:ext cx="17041200" cy="11454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850" lIns="182850" spcFirstLastPara="1" rIns="182850" wrap="square" tIns="18285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9pPr>
          </a:lstStyle>
          <a:p/>
        </p:txBody>
      </p:sp>
      <p:sp>
        <p:nvSpPr>
          <p:cNvPr id="27" name="Google Shape;27;p14"/>
          <p:cNvSpPr txBox="1"/>
          <p:nvPr>
            <p:ph idx="12" type="sldNum"/>
          </p:nvPr>
        </p:nvSpPr>
        <p:spPr>
          <a:xfrm>
            <a:off x="16944916" y="9326434"/>
            <a:ext cx="1097400" cy="78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15"/>
          <p:cNvSpPr txBox="1"/>
          <p:nvPr>
            <p:ph type="title"/>
          </p:nvPr>
        </p:nvSpPr>
        <p:spPr>
          <a:xfrm>
            <a:off x="623400" y="1111200"/>
            <a:ext cx="5616000" cy="1511400"/>
          </a:xfrm>
          <a:prstGeom prst="rect">
            <a:avLst/>
          </a:prstGeom>
          <a:noFill/>
          <a:ln>
            <a:noFill/>
          </a:ln>
        </p:spPr>
        <p:txBody>
          <a:bodyPr anchorCtr="0" anchor="b" bIns="182850" lIns="182850" spcFirstLastPara="1" rIns="182850" wrap="square" tIns="18285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0" name="Google Shape;30;p15"/>
          <p:cNvSpPr txBox="1"/>
          <p:nvPr>
            <p:ph idx="1" type="body"/>
          </p:nvPr>
        </p:nvSpPr>
        <p:spPr>
          <a:xfrm>
            <a:off x="623400" y="2779200"/>
            <a:ext cx="5616000" cy="63588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850" lIns="182850" spcFirstLastPara="1" rIns="182850" wrap="square" tIns="182850">
            <a:normAutofit/>
          </a:bodyPr>
          <a:lstStyle>
            <a:lvl1pPr indent="-3810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  <a:defRPr sz="2400"/>
            </a:lvl1pPr>
            <a:lvl2pPr indent="-3810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  <a:defRPr sz="2400"/>
            </a:lvl2pPr>
            <a:lvl3pPr indent="-3810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■"/>
              <a:defRPr sz="2400"/>
            </a:lvl3pPr>
            <a:lvl4pPr indent="-3810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  <a:defRPr sz="2400"/>
            </a:lvl4pPr>
            <a:lvl5pPr indent="-3810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  <a:defRPr sz="2400"/>
            </a:lvl5pPr>
            <a:lvl6pPr indent="-3810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■"/>
              <a:defRPr sz="2400"/>
            </a:lvl6pPr>
            <a:lvl7pPr indent="-3810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  <a:defRPr sz="2400"/>
            </a:lvl7pPr>
            <a:lvl8pPr indent="-3810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  <a:defRPr sz="2400"/>
            </a:lvl8pPr>
            <a:lvl9pPr indent="-3810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■"/>
              <a:defRPr sz="2400"/>
            </a:lvl9pPr>
          </a:lstStyle>
          <a:p/>
        </p:txBody>
      </p:sp>
      <p:sp>
        <p:nvSpPr>
          <p:cNvPr id="31" name="Google Shape;31;p15"/>
          <p:cNvSpPr txBox="1"/>
          <p:nvPr>
            <p:ph idx="12" type="sldNum"/>
          </p:nvPr>
        </p:nvSpPr>
        <p:spPr>
          <a:xfrm>
            <a:off x="16944916" y="9326434"/>
            <a:ext cx="1097400" cy="78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16"/>
          <p:cNvSpPr txBox="1"/>
          <p:nvPr>
            <p:ph type="title"/>
          </p:nvPr>
        </p:nvSpPr>
        <p:spPr>
          <a:xfrm>
            <a:off x="980500" y="900300"/>
            <a:ext cx="12735600" cy="818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/>
        </p:txBody>
      </p:sp>
      <p:sp>
        <p:nvSpPr>
          <p:cNvPr id="34" name="Google Shape;34;p16"/>
          <p:cNvSpPr txBox="1"/>
          <p:nvPr>
            <p:ph idx="12" type="sldNum"/>
          </p:nvPr>
        </p:nvSpPr>
        <p:spPr>
          <a:xfrm>
            <a:off x="16944916" y="9326434"/>
            <a:ext cx="1097400" cy="78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17"/>
          <p:cNvSpPr/>
          <p:nvPr/>
        </p:nvSpPr>
        <p:spPr>
          <a:xfrm>
            <a:off x="9144000" y="-250"/>
            <a:ext cx="9144000" cy="10287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182850" lIns="182850" spcFirstLastPara="1" rIns="182850" wrap="square" tIns="1828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17"/>
          <p:cNvSpPr txBox="1"/>
          <p:nvPr>
            <p:ph type="title"/>
          </p:nvPr>
        </p:nvSpPr>
        <p:spPr>
          <a:xfrm>
            <a:off x="531000" y="2466350"/>
            <a:ext cx="8090400" cy="2964600"/>
          </a:xfrm>
          <a:prstGeom prst="rect">
            <a:avLst/>
          </a:prstGeom>
          <a:noFill/>
          <a:ln>
            <a:noFill/>
          </a:ln>
        </p:spPr>
        <p:txBody>
          <a:bodyPr anchorCtr="0" anchor="b" bIns="182850" lIns="182850" spcFirstLastPara="1" rIns="182850" wrap="square" tIns="18285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400"/>
              <a:buNone/>
              <a:defRPr sz="8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400"/>
              <a:buNone/>
              <a:defRPr sz="84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400"/>
              <a:buNone/>
              <a:defRPr sz="84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400"/>
              <a:buNone/>
              <a:defRPr sz="84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400"/>
              <a:buNone/>
              <a:defRPr sz="84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400"/>
              <a:buNone/>
              <a:defRPr sz="84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400"/>
              <a:buNone/>
              <a:defRPr sz="84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400"/>
              <a:buNone/>
              <a:defRPr sz="84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400"/>
              <a:buNone/>
              <a:defRPr sz="8400"/>
            </a:lvl9pPr>
          </a:lstStyle>
          <a:p/>
        </p:txBody>
      </p:sp>
      <p:sp>
        <p:nvSpPr>
          <p:cNvPr id="38" name="Google Shape;38;p17"/>
          <p:cNvSpPr txBox="1"/>
          <p:nvPr>
            <p:ph idx="1" type="subTitle"/>
          </p:nvPr>
        </p:nvSpPr>
        <p:spPr>
          <a:xfrm>
            <a:off x="531000" y="5606150"/>
            <a:ext cx="8090400" cy="24702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850" lIns="182850" spcFirstLastPara="1" rIns="182850" wrap="square" tIns="18285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9" name="Google Shape;39;p17"/>
          <p:cNvSpPr txBox="1"/>
          <p:nvPr>
            <p:ph idx="2" type="body"/>
          </p:nvPr>
        </p:nvSpPr>
        <p:spPr>
          <a:xfrm>
            <a:off x="9879000" y="1448150"/>
            <a:ext cx="7674000" cy="739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indent="-4572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600"/>
              <a:buChar char="●"/>
              <a:defRPr/>
            </a:lvl1pPr>
            <a:lvl2pPr indent="-4064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○"/>
              <a:defRPr/>
            </a:lvl2pPr>
            <a:lvl3pPr indent="-4064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■"/>
              <a:defRPr/>
            </a:lvl3pPr>
            <a:lvl4pPr indent="-4064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●"/>
              <a:defRPr/>
            </a:lvl4pPr>
            <a:lvl5pPr indent="-4064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○"/>
              <a:defRPr/>
            </a:lvl5pPr>
            <a:lvl6pPr indent="-4064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■"/>
              <a:defRPr/>
            </a:lvl6pPr>
            <a:lvl7pPr indent="-4064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●"/>
              <a:defRPr/>
            </a:lvl7pPr>
            <a:lvl8pPr indent="-4064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○"/>
              <a:defRPr/>
            </a:lvl8pPr>
            <a:lvl9pPr indent="-4064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■"/>
              <a:defRPr/>
            </a:lvl9pPr>
          </a:lstStyle>
          <a:p/>
        </p:txBody>
      </p:sp>
      <p:sp>
        <p:nvSpPr>
          <p:cNvPr id="40" name="Google Shape;40;p17"/>
          <p:cNvSpPr txBox="1"/>
          <p:nvPr>
            <p:ph idx="12" type="sldNum"/>
          </p:nvPr>
        </p:nvSpPr>
        <p:spPr>
          <a:xfrm>
            <a:off x="16944916" y="9326434"/>
            <a:ext cx="1097400" cy="78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8"/>
          <p:cNvSpPr txBox="1"/>
          <p:nvPr>
            <p:ph idx="1" type="body"/>
          </p:nvPr>
        </p:nvSpPr>
        <p:spPr>
          <a:xfrm>
            <a:off x="623400" y="8461150"/>
            <a:ext cx="11997600" cy="121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</a:lstStyle>
          <a:p/>
        </p:txBody>
      </p:sp>
      <p:sp>
        <p:nvSpPr>
          <p:cNvPr id="43" name="Google Shape;43;p18"/>
          <p:cNvSpPr txBox="1"/>
          <p:nvPr>
            <p:ph idx="12" type="sldNum"/>
          </p:nvPr>
        </p:nvSpPr>
        <p:spPr>
          <a:xfrm>
            <a:off x="16944916" y="9326434"/>
            <a:ext cx="1097400" cy="78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9"/>
          <p:cNvSpPr txBox="1"/>
          <p:nvPr>
            <p:ph hasCustomPrompt="1" type="title"/>
          </p:nvPr>
        </p:nvSpPr>
        <p:spPr>
          <a:xfrm>
            <a:off x="623400" y="2212250"/>
            <a:ext cx="17041200" cy="3927000"/>
          </a:xfrm>
          <a:prstGeom prst="rect">
            <a:avLst/>
          </a:prstGeom>
          <a:noFill/>
          <a:ln>
            <a:noFill/>
          </a:ln>
        </p:spPr>
        <p:txBody>
          <a:bodyPr anchorCtr="0" anchor="b" bIns="182850" lIns="182850" spcFirstLastPara="1" rIns="182850" wrap="square" tIns="18285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0"/>
              <a:buNone/>
              <a:defRPr sz="24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0"/>
              <a:buNone/>
              <a:defRPr sz="24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0"/>
              <a:buNone/>
              <a:defRPr sz="24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0"/>
              <a:buNone/>
              <a:defRPr sz="24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0"/>
              <a:buNone/>
              <a:defRPr sz="24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0"/>
              <a:buNone/>
              <a:defRPr sz="24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0"/>
              <a:buNone/>
              <a:defRPr sz="24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0"/>
              <a:buNone/>
              <a:defRPr sz="24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0"/>
              <a:buNone/>
              <a:defRPr sz="24000"/>
            </a:lvl9pPr>
          </a:lstStyle>
          <a:p>
            <a:r>
              <a:t>xx%</a:t>
            </a:r>
          </a:p>
        </p:txBody>
      </p:sp>
      <p:sp>
        <p:nvSpPr>
          <p:cNvPr id="46" name="Google Shape;46;p19"/>
          <p:cNvSpPr txBox="1"/>
          <p:nvPr>
            <p:ph idx="1" type="body"/>
          </p:nvPr>
        </p:nvSpPr>
        <p:spPr>
          <a:xfrm>
            <a:off x="623400" y="6304450"/>
            <a:ext cx="17041200" cy="26016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850" lIns="182850" spcFirstLastPara="1" rIns="182850" wrap="square" tIns="182850">
            <a:normAutofit/>
          </a:bodyPr>
          <a:lstStyle>
            <a:lvl1pPr indent="-4572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600"/>
              <a:buChar char="●"/>
              <a:defRPr/>
            </a:lvl1pPr>
            <a:lvl2pPr indent="-4064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○"/>
              <a:defRPr/>
            </a:lvl2pPr>
            <a:lvl3pPr indent="-4064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■"/>
              <a:defRPr/>
            </a:lvl3pPr>
            <a:lvl4pPr indent="-4064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●"/>
              <a:defRPr/>
            </a:lvl4pPr>
            <a:lvl5pPr indent="-4064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○"/>
              <a:defRPr/>
            </a:lvl5pPr>
            <a:lvl6pPr indent="-4064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■"/>
              <a:defRPr/>
            </a:lvl6pPr>
            <a:lvl7pPr indent="-4064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●"/>
              <a:defRPr/>
            </a:lvl7pPr>
            <a:lvl8pPr indent="-4064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○"/>
              <a:defRPr/>
            </a:lvl8pPr>
            <a:lvl9pPr indent="-4064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■"/>
              <a:defRPr/>
            </a:lvl9pPr>
          </a:lstStyle>
          <a:p/>
        </p:txBody>
      </p:sp>
      <p:sp>
        <p:nvSpPr>
          <p:cNvPr id="47" name="Google Shape;47;p19"/>
          <p:cNvSpPr txBox="1"/>
          <p:nvPr>
            <p:ph idx="12" type="sldNum"/>
          </p:nvPr>
        </p:nvSpPr>
        <p:spPr>
          <a:xfrm>
            <a:off x="16944916" y="9326434"/>
            <a:ext cx="1097400" cy="78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20"/>
          <p:cNvSpPr txBox="1"/>
          <p:nvPr>
            <p:ph idx="12" type="sldNum"/>
          </p:nvPr>
        </p:nvSpPr>
        <p:spPr>
          <a:xfrm>
            <a:off x="16944916" y="9326434"/>
            <a:ext cx="1097400" cy="78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9"/>
          <p:cNvSpPr txBox="1"/>
          <p:nvPr>
            <p:ph type="title"/>
          </p:nvPr>
        </p:nvSpPr>
        <p:spPr>
          <a:xfrm>
            <a:off x="623400" y="890050"/>
            <a:ext cx="17041200" cy="11454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850" lIns="182850" spcFirstLastPara="1" rIns="182850" wrap="square" tIns="182850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Arial"/>
              <a:buNone/>
              <a:defRPr b="0" i="0" sz="5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Arial"/>
              <a:buNone/>
              <a:defRPr b="0" i="0" sz="5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Arial"/>
              <a:buNone/>
              <a:defRPr b="0" i="0" sz="5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Arial"/>
              <a:buNone/>
              <a:defRPr b="0" i="0" sz="5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Arial"/>
              <a:buNone/>
              <a:defRPr b="0" i="0" sz="5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Arial"/>
              <a:buNone/>
              <a:defRPr b="0" i="0" sz="5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Arial"/>
              <a:buNone/>
              <a:defRPr b="0" i="0" sz="5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Arial"/>
              <a:buNone/>
              <a:defRPr b="0" i="0" sz="5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Arial"/>
              <a:buNone/>
              <a:defRPr b="0" i="0" sz="5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9"/>
          <p:cNvSpPr txBox="1"/>
          <p:nvPr>
            <p:ph idx="1" type="body"/>
          </p:nvPr>
        </p:nvSpPr>
        <p:spPr>
          <a:xfrm>
            <a:off x="623400" y="2304950"/>
            <a:ext cx="17041200" cy="68328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850" lIns="182850" spcFirstLastPara="1" rIns="182850" wrap="square" tIns="182850">
            <a:normAutofit/>
          </a:bodyPr>
          <a:lstStyle>
            <a:lvl1pPr indent="-4572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Arial"/>
              <a:buChar char="●"/>
              <a:defRPr b="0" i="0" sz="36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4064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Char char="○"/>
              <a:defRPr b="0" i="0" sz="2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4064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Char char="■"/>
              <a:defRPr b="0" i="0" sz="2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4064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Char char="●"/>
              <a:defRPr b="0" i="0" sz="2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4064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Char char="○"/>
              <a:defRPr b="0" i="0" sz="2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4064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Char char="■"/>
              <a:defRPr b="0" i="0" sz="2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4064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Char char="●"/>
              <a:defRPr b="0" i="0" sz="2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4064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Char char="○"/>
              <a:defRPr b="0" i="0" sz="2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4064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Char char="■"/>
              <a:defRPr b="0" i="0" sz="2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9"/>
          <p:cNvSpPr txBox="1"/>
          <p:nvPr>
            <p:ph idx="12" type="sldNum"/>
          </p:nvPr>
        </p:nvSpPr>
        <p:spPr>
          <a:xfrm>
            <a:off x="16944916" y="9326434"/>
            <a:ext cx="1097400" cy="78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0" y="4023360"/>
            <a:ext cx="14630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400">
                <a:solidFill>
                  <a:srgbClr val="3627FC"/>
                </a:solidFill>
                <a:latin typeface="Poppins ExtraBold"/>
              </a:rPr>
              <a:t>Build an AI That Reads Your Notes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6035040"/>
            <a:ext cx="1463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>
                <a:solidFill>
                  <a:srgbClr val="666666"/>
                </a:solidFill>
                <a:latin typeface="Poppins Medium"/>
              </a:rPr>
              <a:t>Lesson 8 of 8  ·  Testing, Tuning and Final Demo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356616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69848" y="640080"/>
            <a:ext cx="1463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100">
                <a:solidFill>
                  <a:srgbClr val="666666"/>
                </a:solidFill>
                <a:latin typeface="Poppins Medium"/>
              </a:rPr>
              <a:t>Lesson 8 of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" y="1325880"/>
            <a:ext cx="14630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000">
                <a:solidFill>
                  <a:srgbClr val="3627FC"/>
                </a:solidFill>
                <a:latin typeface="Poppins ExtraBold"/>
              </a:rPr>
              <a:t>Ship it</a:t>
            </a:r>
          </a:p>
        </p:txBody>
      </p:sp>
      <p:sp>
        <p:nvSpPr>
          <p:cNvPr id="5" name="Oval 4"/>
          <p:cNvSpPr/>
          <p:nvPr/>
        </p:nvSpPr>
        <p:spPr>
          <a:xfrm>
            <a:off x="1536192" y="2770632"/>
            <a:ext cx="402336" cy="402336"/>
          </a:xfrm>
          <a:prstGeom prst="ellipse">
            <a:avLst/>
          </a:prstGeom>
          <a:solidFill>
            <a:srgbClr val="31C5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283464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>
                <a:solidFill>
                  <a:srgbClr val="FFFFFF"/>
                </a:solidFill>
                <a:latin typeface="Poppins ExtraBold"/>
              </a:rPr>
              <a:t>1</a:t>
            </a:r>
          </a:p>
        </p:txBody>
      </p:sp>
      <p:sp>
        <p:nvSpPr>
          <p:cNvPr id="7" name="Oval 6"/>
          <p:cNvSpPr/>
          <p:nvPr/>
        </p:nvSpPr>
        <p:spPr>
          <a:xfrm>
            <a:off x="3652374" y="2770632"/>
            <a:ext cx="402336" cy="402336"/>
          </a:xfrm>
          <a:prstGeom prst="ellipse">
            <a:avLst/>
          </a:prstGeom>
          <a:solidFill>
            <a:srgbClr val="31C5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87782" y="283464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>
                <a:solidFill>
                  <a:srgbClr val="FFFFFF"/>
                </a:solidFill>
                <a:latin typeface="Poppins ExtraBold"/>
              </a:rPr>
              <a:t>2</a:t>
            </a:r>
          </a:p>
        </p:txBody>
      </p:sp>
      <p:sp>
        <p:nvSpPr>
          <p:cNvPr id="9" name="Oval 8"/>
          <p:cNvSpPr/>
          <p:nvPr/>
        </p:nvSpPr>
        <p:spPr>
          <a:xfrm>
            <a:off x="5768557" y="2770632"/>
            <a:ext cx="402336" cy="402336"/>
          </a:xfrm>
          <a:prstGeom prst="ellipse">
            <a:avLst/>
          </a:prstGeom>
          <a:solidFill>
            <a:srgbClr val="31C5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03965" y="283464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>
                <a:solidFill>
                  <a:srgbClr val="FFFFFF"/>
                </a:solidFill>
                <a:latin typeface="Poppins ExtraBold"/>
              </a:rPr>
              <a:t>3</a:t>
            </a:r>
          </a:p>
        </p:txBody>
      </p:sp>
      <p:sp>
        <p:nvSpPr>
          <p:cNvPr id="11" name="Oval 10"/>
          <p:cNvSpPr/>
          <p:nvPr/>
        </p:nvSpPr>
        <p:spPr>
          <a:xfrm>
            <a:off x="7884740" y="2770632"/>
            <a:ext cx="402336" cy="402336"/>
          </a:xfrm>
          <a:prstGeom prst="ellipse">
            <a:avLst/>
          </a:prstGeom>
          <a:solidFill>
            <a:srgbClr val="31C5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20148" y="283464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>
                <a:solidFill>
                  <a:srgbClr val="FFFFFF"/>
                </a:solidFill>
                <a:latin typeface="Poppins ExtraBold"/>
              </a:rPr>
              <a:t>4</a:t>
            </a:r>
          </a:p>
        </p:txBody>
      </p:sp>
      <p:sp>
        <p:nvSpPr>
          <p:cNvPr id="13" name="Oval 12"/>
          <p:cNvSpPr/>
          <p:nvPr/>
        </p:nvSpPr>
        <p:spPr>
          <a:xfrm>
            <a:off x="10000923" y="2770632"/>
            <a:ext cx="402336" cy="402336"/>
          </a:xfrm>
          <a:prstGeom prst="ellipse">
            <a:avLst/>
          </a:prstGeom>
          <a:solidFill>
            <a:srgbClr val="31C5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36331" y="283464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>
                <a:solidFill>
                  <a:srgbClr val="FFFFFF"/>
                </a:solidFill>
                <a:latin typeface="Poppins ExtraBold"/>
              </a:rPr>
              <a:t>5</a:t>
            </a:r>
          </a:p>
        </p:txBody>
      </p:sp>
      <p:sp>
        <p:nvSpPr>
          <p:cNvPr id="15" name="Oval 14"/>
          <p:cNvSpPr/>
          <p:nvPr/>
        </p:nvSpPr>
        <p:spPr>
          <a:xfrm>
            <a:off x="12117106" y="2770632"/>
            <a:ext cx="402336" cy="402336"/>
          </a:xfrm>
          <a:prstGeom prst="ellipse">
            <a:avLst/>
          </a:prstGeom>
          <a:solidFill>
            <a:srgbClr val="31C5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952514" y="283464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>
                <a:solidFill>
                  <a:srgbClr val="FFFFFF"/>
                </a:solidFill>
                <a:latin typeface="Poppins ExtraBold"/>
              </a:rPr>
              <a:t>6</a:t>
            </a:r>
          </a:p>
        </p:txBody>
      </p:sp>
      <p:sp>
        <p:nvSpPr>
          <p:cNvPr id="17" name="Oval 16"/>
          <p:cNvSpPr/>
          <p:nvPr/>
        </p:nvSpPr>
        <p:spPr>
          <a:xfrm>
            <a:off x="14233289" y="2770632"/>
            <a:ext cx="402336" cy="402336"/>
          </a:xfrm>
          <a:prstGeom prst="ellipse">
            <a:avLst/>
          </a:prstGeom>
          <a:solidFill>
            <a:srgbClr val="31C5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068697" y="283464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>
                <a:solidFill>
                  <a:srgbClr val="FFFFFF"/>
                </a:solidFill>
                <a:latin typeface="Poppins ExtraBold"/>
              </a:rPr>
              <a:t>7</a:t>
            </a:r>
          </a:p>
        </p:txBody>
      </p:sp>
      <p:sp>
        <p:nvSpPr>
          <p:cNvPr id="19" name="Oval 18"/>
          <p:cNvSpPr/>
          <p:nvPr/>
        </p:nvSpPr>
        <p:spPr>
          <a:xfrm>
            <a:off x="16267176" y="2688336"/>
            <a:ext cx="566928" cy="566928"/>
          </a:xfrm>
          <a:prstGeom prst="ellipse">
            <a:avLst/>
          </a:prstGeom>
          <a:solidFill>
            <a:srgbClr val="362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6184880" y="2798064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>
                <a:solidFill>
                  <a:srgbClr val="FFFFFF"/>
                </a:solidFill>
                <a:latin typeface="Poppins ExtraBold"/>
              </a:rPr>
              <a:t>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" y="4206240"/>
            <a:ext cx="6949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>
                <a:solidFill>
                  <a:srgbClr val="31C59E"/>
                </a:solidFill>
                <a:latin typeface="Poppins ExtraBold"/>
              </a:rPr>
              <a:t>You already know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" y="493776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300"/>
              </a:spcAft>
            </a:pPr>
            <a:r>
              <a:rPr sz="1700">
                <a:solidFill>
                  <a:srgbClr val="434343"/>
                </a:solidFill>
                <a:latin typeface="Poppins"/>
              </a:rPr>
              <a:t>1.  Your first AI call, and system prompts</a:t>
            </a:r>
          </a:p>
          <a:p>
            <a:pPr algn="l">
              <a:spcAft>
                <a:spcPts val="1300"/>
              </a:spcAft>
            </a:pPr>
            <a:r>
              <a:rPr sz="1700">
                <a:solidFill>
                  <a:srgbClr val="434343"/>
                </a:solidFill>
                <a:latin typeface="Poppins"/>
              </a:rPr>
              <a:t>2.  Why it makes things up, and why pasting everything fails</a:t>
            </a:r>
          </a:p>
          <a:p>
            <a:pPr algn="l">
              <a:spcAft>
                <a:spcPts val="1300"/>
              </a:spcAft>
            </a:pPr>
            <a:r>
              <a:rPr sz="1700">
                <a:solidFill>
                  <a:srgbClr val="434343"/>
                </a:solidFill>
                <a:latin typeface="Poppins"/>
              </a:rPr>
              <a:t>3.  Splitting documents so they can be searched</a:t>
            </a:r>
          </a:p>
          <a:p>
            <a:pPr algn="l">
              <a:spcAft>
                <a:spcPts val="1300"/>
              </a:spcAft>
            </a:pPr>
            <a:r>
              <a:rPr sz="1700">
                <a:solidFill>
                  <a:srgbClr val="434343"/>
                </a:solidFill>
                <a:latin typeface="Poppins"/>
              </a:rPr>
              <a:t>4.  Turning meaning into numbers you can compare</a:t>
            </a:r>
          </a:p>
          <a:p>
            <a:pPr algn="l">
              <a:spcAft>
                <a:spcPts val="1300"/>
              </a:spcAft>
            </a:pPr>
            <a:r>
              <a:rPr sz="1700">
                <a:solidFill>
                  <a:srgbClr val="434343"/>
                </a:solidFill>
                <a:latin typeface="Poppins"/>
              </a:rPr>
              <a:t>5.  Retrieval + prompt = grounded answers</a:t>
            </a:r>
          </a:p>
          <a:p>
            <a:pPr algn="l">
              <a:spcAft>
                <a:spcPts val="1300"/>
              </a:spcAft>
            </a:pPr>
            <a:r>
              <a:rPr sz="1700">
                <a:solidFill>
                  <a:srgbClr val="434343"/>
                </a:solidFill>
                <a:latin typeface="Poppins"/>
              </a:rPr>
              <a:t>6.  Out of the notebook, into Python files</a:t>
            </a:r>
          </a:p>
          <a:p>
            <a:pPr algn="l">
              <a:spcAft>
                <a:spcPts val="1300"/>
              </a:spcAft>
            </a:pPr>
            <a:r>
              <a:rPr sz="1700">
                <a:solidFill>
                  <a:srgbClr val="434343"/>
                </a:solidFill>
                <a:latin typeface="Poppins"/>
              </a:rPr>
              <a:t>7.  Your own documents, and fixing what goes wrong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778240" y="3977639"/>
            <a:ext cx="64008" cy="4754880"/>
          </a:xfrm>
          <a:prstGeom prst="rect">
            <a:avLst/>
          </a:prstGeom>
          <a:solidFill>
            <a:srgbClr val="362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35440" y="4206240"/>
            <a:ext cx="4754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>
                <a:solidFill>
                  <a:srgbClr val="3627FC"/>
                </a:solidFill>
                <a:latin typeface="Poppins ExtraBold"/>
              </a:rPr>
              <a:t>Today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35440" y="4937760"/>
            <a:ext cx="47548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300"/>
              </a:spcAft>
            </a:pPr>
            <a:r>
              <a:rPr sz="2200">
                <a:solidFill>
                  <a:srgbClr val="434343"/>
                </a:solidFill>
                <a:latin typeface="Poppins SemiBold"/>
              </a:rPr>
              <a:t>Measure, tune, and show what you built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447520" y="4206240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>
                <a:solidFill>
                  <a:srgbClr val="666666"/>
                </a:solidFill>
                <a:latin typeface="Poppins ExtraBold"/>
              </a:rPr>
              <a:t>Still ahead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447520" y="4937760"/>
            <a:ext cx="32918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300"/>
              </a:spcAft>
            </a:pPr>
            <a:r>
              <a:rPr sz="1700">
                <a:solidFill>
                  <a:srgbClr val="666666"/>
                </a:solidFill>
                <a:latin typeface="Poppins"/>
              </a:rPr>
              <a:t>Nothing - you are done!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4864"/>
            <a:ext cx="18288000" cy="2084831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38144" y="667512"/>
            <a:ext cx="11420856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>
                <a:solidFill>
                  <a:srgbClr val="3627FC"/>
                </a:solidFill>
                <a:latin typeface="Poppins ExtraBold"/>
              </a:rPr>
              <a:t>Today</a:t>
            </a:r>
          </a:p>
        </p:txBody>
      </p:sp>
      <p:sp>
        <p:nvSpPr>
          <p:cNvPr id="4" name="Rectangle 3"/>
          <p:cNvSpPr/>
          <p:nvPr/>
        </p:nvSpPr>
        <p:spPr>
          <a:xfrm>
            <a:off x="941831" y="3008376"/>
            <a:ext cx="8028432" cy="3017520"/>
          </a:xfrm>
          <a:prstGeom prst="rect">
            <a:avLst/>
          </a:prstGeom>
          <a:solidFill>
            <a:srgbClr val="31C5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32103" y="2907792"/>
            <a:ext cx="8028432" cy="3017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221991" y="3557016"/>
            <a:ext cx="546811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>
                <a:solidFill>
                  <a:srgbClr val="434343"/>
                </a:solidFill>
                <a:latin typeface="Poppins ExtraBold"/>
              </a:rPr>
              <a:t>Test set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21991" y="4379976"/>
            <a:ext cx="546811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>
                <a:solidFill>
                  <a:srgbClr val="434343"/>
                </a:solidFill>
                <a:latin typeface="Poppins"/>
              </a:rPr>
              <a:t>Five questions you know the answers to. Score them now.</a:t>
            </a:r>
          </a:p>
        </p:txBody>
      </p:sp>
      <p:sp>
        <p:nvSpPr>
          <p:cNvPr id="8" name="Rectangle 7"/>
          <p:cNvSpPr/>
          <p:nvPr/>
        </p:nvSpPr>
        <p:spPr>
          <a:xfrm>
            <a:off x="9317736" y="3008376"/>
            <a:ext cx="8028432" cy="3017520"/>
          </a:xfrm>
          <a:prstGeom prst="rect">
            <a:avLst/>
          </a:prstGeom>
          <a:solidFill>
            <a:srgbClr val="31C5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208008" y="2907792"/>
            <a:ext cx="8028432" cy="3017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97896" y="3557016"/>
            <a:ext cx="546811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>
                <a:solidFill>
                  <a:srgbClr val="434343"/>
                </a:solidFill>
                <a:latin typeface="Poppins ExtraBold"/>
              </a:rPr>
              <a:t>Tune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97896" y="4379976"/>
            <a:ext cx="546811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>
                <a:solidFill>
                  <a:srgbClr val="434343"/>
                </a:solidFill>
                <a:latin typeface="Poppins"/>
              </a:rPr>
              <a:t>One change at a time. Re-score after each.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41831" y="6428232"/>
            <a:ext cx="8028432" cy="3017520"/>
          </a:xfrm>
          <a:prstGeom prst="rect">
            <a:avLst/>
          </a:prstGeom>
          <a:solidFill>
            <a:srgbClr val="31C5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32103" y="6327648"/>
            <a:ext cx="8028432" cy="3017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21991" y="6976872"/>
            <a:ext cx="546811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>
                <a:solidFill>
                  <a:srgbClr val="434343"/>
                </a:solidFill>
                <a:latin typeface="Poppins ExtraBold"/>
              </a:rPr>
              <a:t>Finish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21991" y="7799832"/>
            <a:ext cx="546811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>
                <a:solidFill>
                  <a:srgbClr val="434343"/>
                </a:solidFill>
                <a:latin typeface="Poppins"/>
              </a:rPr>
              <a:t>README, requirements, and keep your key out of it.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17736" y="6428232"/>
            <a:ext cx="8028432" cy="3017520"/>
          </a:xfrm>
          <a:prstGeom prst="rect">
            <a:avLst/>
          </a:prstGeom>
          <a:solidFill>
            <a:srgbClr val="31C5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208008" y="6327648"/>
            <a:ext cx="8028432" cy="3017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97896" y="6976872"/>
            <a:ext cx="546811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>
                <a:solidFill>
                  <a:srgbClr val="434343"/>
                </a:solidFill>
                <a:latin typeface="Poppins ExtraBold"/>
              </a:rPr>
              <a:t>Show 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97896" y="7799832"/>
            <a:ext cx="546811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>
                <a:solidFill>
                  <a:srgbClr val="434343"/>
                </a:solidFill>
                <a:latin typeface="Poppins"/>
              </a:rPr>
              <a:t>90 seconds each.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0" y="0"/>
            <a:ext cx="9144000" cy="10287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69848" y="3849624"/>
            <a:ext cx="596188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100">
                <a:solidFill>
                  <a:srgbClr val="666666"/>
                </a:solidFill>
                <a:latin typeface="Poppins Medium"/>
              </a:rPr>
              <a:t>The trap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" y="4572000"/>
            <a:ext cx="7754112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000">
                <a:solidFill>
                  <a:srgbClr val="3627FC"/>
                </a:solidFill>
                <a:latin typeface="Poppins ExtraBold"/>
              </a:rPr>
              <a:t>How would you know?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85248" y="3108960"/>
            <a:ext cx="7242048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600"/>
              </a:spcAft>
            </a:pPr>
            <a:r>
              <a:rPr sz="1800">
                <a:solidFill>
                  <a:srgbClr val="3627FC"/>
                </a:solidFill>
                <a:latin typeface="Poppins SemiBold"/>
              </a:rPr>
              <a:t>Change something, ask one question, decide it is better, keep it.</a:t>
            </a:r>
          </a:p>
          <a:p>
            <a:pPr algn="l">
              <a:spcAft>
                <a:spcPts val="1600"/>
              </a:spcAft>
            </a:pPr>
            <a:r>
              <a:rPr sz="1800">
                <a:solidFill>
                  <a:srgbClr val="3627FC"/>
                </a:solidFill>
                <a:latin typeface="Poppins SemiBold"/>
              </a:rPr>
              <a:t>You measured nothing. The model words things differently every time, and you asked once.</a:t>
            </a:r>
          </a:p>
          <a:p>
            <a:pPr algn="l">
              <a:spcAft>
                <a:spcPts val="1600"/>
              </a:spcAft>
            </a:pPr>
            <a:r>
              <a:rPr sz="1800">
                <a:solidFill>
                  <a:srgbClr val="3627FC"/>
                </a:solidFill>
                <a:latin typeface="Poppins SemiBold"/>
              </a:rPr>
              <a:t>Decide how you will measure before you change anything.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0" y="3657600"/>
            <a:ext cx="14630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>
                <a:solidFill>
                  <a:srgbClr val="3627FC"/>
                </a:solidFill>
                <a:latin typeface="Poppins ExtraBold"/>
              </a:rPr>
              <a:t>Write the test set first.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0" y="6949440"/>
            <a:ext cx="12801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>
                <a:solidFill>
                  <a:srgbClr val="666666"/>
                </a:solidFill>
                <a:latin typeface="Poppins"/>
              </a:rPr>
              <a:t>Then change one thing, and score it again. This is the most useful habit in the whole workshop.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287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0" y="3849624"/>
            <a:ext cx="596188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100">
                <a:solidFill>
                  <a:srgbClr val="666666"/>
                </a:solidFill>
                <a:latin typeface="Poppins Medium"/>
              </a:rPr>
              <a:t>Worth testing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4572000"/>
            <a:ext cx="7754112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000">
                <a:solidFill>
                  <a:srgbClr val="3627FC"/>
                </a:solidFill>
                <a:latin typeface="Poppins ExtraBold"/>
              </a:rPr>
              <a:t>Does the pricier model win?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3108960"/>
            <a:ext cx="7242048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600"/>
              </a:spcAft>
            </a:pPr>
            <a:r>
              <a:rPr sz="1800">
                <a:solidFill>
                  <a:srgbClr val="3627FC"/>
                </a:solidFill>
                <a:latin typeface="Poppins SemiBold"/>
              </a:rPr>
              <a:t>Swapping gpt-5.4-mini for gpt-5.4 roughly triples the price.</a:t>
            </a:r>
          </a:p>
          <a:p>
            <a:pPr algn="l">
              <a:spcAft>
                <a:spcPts val="1600"/>
              </a:spcAft>
            </a:pPr>
            <a:r>
              <a:rPr sz="1800">
                <a:solidFill>
                  <a:srgbClr val="3627FC"/>
                </a:solidFill>
                <a:latin typeface="Poppins SemiBold"/>
              </a:rPr>
              <a:t>It often does not win. The retriever already did the hard part — the model
only has to read four paragraphs and not invent anything.</a:t>
            </a:r>
          </a:p>
          <a:p>
            <a:pPr algn="l">
              <a:spcAft>
                <a:spcPts val="1600"/>
              </a:spcAft>
            </a:pPr>
            <a:r>
              <a:rPr sz="1800">
                <a:solidFill>
                  <a:srgbClr val="3627FC"/>
                </a:solidFill>
                <a:latin typeface="Poppins SemiBold"/>
              </a:rPr>
              <a:t>“I tested it and the expensive one was not better” is a real finding.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4864"/>
            <a:ext cx="18288000" cy="2084831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38144" y="667512"/>
            <a:ext cx="11420856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>
                <a:solidFill>
                  <a:srgbClr val="3627FC"/>
                </a:solidFill>
                <a:latin typeface="Poppins ExtraBold"/>
              </a:rPr>
              <a:t>Your demo</a:t>
            </a:r>
          </a:p>
        </p:txBody>
      </p:sp>
      <p:sp>
        <p:nvSpPr>
          <p:cNvPr id="4" name="Rectangle 3"/>
          <p:cNvSpPr/>
          <p:nvPr/>
        </p:nvSpPr>
        <p:spPr>
          <a:xfrm>
            <a:off x="941831" y="3008376"/>
            <a:ext cx="8028432" cy="3017520"/>
          </a:xfrm>
          <a:prstGeom prst="rect">
            <a:avLst/>
          </a:prstGeom>
          <a:solidFill>
            <a:srgbClr val="31C5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32103" y="2907792"/>
            <a:ext cx="8028432" cy="3017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221991" y="3557016"/>
            <a:ext cx="546811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>
                <a:solidFill>
                  <a:srgbClr val="434343"/>
                </a:solidFill>
                <a:latin typeface="Poppins ExtraBold"/>
              </a:rPr>
              <a:t>What it knows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21991" y="4379976"/>
            <a:ext cx="546811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>
                <a:solidFill>
                  <a:srgbClr val="434343"/>
                </a:solidFill>
                <a:latin typeface="Poppins"/>
              </a:rPr>
              <a:t>The documents you chose, and why.</a:t>
            </a:r>
          </a:p>
        </p:txBody>
      </p:sp>
      <p:sp>
        <p:nvSpPr>
          <p:cNvPr id="8" name="Rectangle 7"/>
          <p:cNvSpPr/>
          <p:nvPr/>
        </p:nvSpPr>
        <p:spPr>
          <a:xfrm>
            <a:off x="9317736" y="3008376"/>
            <a:ext cx="8028432" cy="3017520"/>
          </a:xfrm>
          <a:prstGeom prst="rect">
            <a:avLst/>
          </a:prstGeom>
          <a:solidFill>
            <a:srgbClr val="31C5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208008" y="2907792"/>
            <a:ext cx="8028432" cy="3017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97896" y="3557016"/>
            <a:ext cx="546811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>
                <a:solidFill>
                  <a:srgbClr val="434343"/>
                </a:solidFill>
                <a:latin typeface="Poppins ExtraBold"/>
              </a:rPr>
              <a:t>One good answer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97896" y="4379976"/>
            <a:ext cx="546811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>
                <a:solidFill>
                  <a:srgbClr val="434343"/>
                </a:solidFill>
                <a:latin typeface="Poppins"/>
              </a:rPr>
              <a:t>Ask it live. Point at the sources.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41831" y="6428232"/>
            <a:ext cx="8028432" cy="3017520"/>
          </a:xfrm>
          <a:prstGeom prst="rect">
            <a:avLst/>
          </a:prstGeom>
          <a:solidFill>
            <a:srgbClr val="31C5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32103" y="6327648"/>
            <a:ext cx="8028432" cy="3017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21991" y="6976872"/>
            <a:ext cx="546811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>
                <a:solidFill>
                  <a:srgbClr val="434343"/>
                </a:solidFill>
                <a:latin typeface="Poppins ExtraBold"/>
              </a:rPr>
              <a:t>One correct refusal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21991" y="7799832"/>
            <a:ext cx="546811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>
                <a:solidFill>
                  <a:srgbClr val="434343"/>
                </a:solidFill>
                <a:latin typeface="Poppins"/>
              </a:rPr>
              <a:t>The thing you actually built.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17736" y="6428232"/>
            <a:ext cx="8028432" cy="3017520"/>
          </a:xfrm>
          <a:prstGeom prst="rect">
            <a:avLst/>
          </a:prstGeom>
          <a:solidFill>
            <a:srgbClr val="31C5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208008" y="6327648"/>
            <a:ext cx="8028432" cy="3017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97896" y="6976872"/>
            <a:ext cx="546811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>
                <a:solidFill>
                  <a:srgbClr val="434343"/>
                </a:solidFill>
                <a:latin typeface="Poppins ExtraBold"/>
              </a:rPr>
              <a:t>One thing that broke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97896" y="7799832"/>
            <a:ext cx="546811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>
                <a:solidFill>
                  <a:srgbClr val="434343"/>
                </a:solidFill>
                <a:latin typeface="Poppins"/>
              </a:rPr>
              <a:t>And what it turned out to be.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0" y="3657600"/>
            <a:ext cx="14630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>
                <a:solidFill>
                  <a:srgbClr val="3627FC"/>
                </a:solidFill>
                <a:latin typeface="Poppins ExtraBold"/>
              </a:rPr>
              <a:t>You leave with a program that knows what you know.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0" y="6949440"/>
            <a:ext cx="12801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>
                <a:solidFill>
                  <a:srgbClr val="666666"/>
                </a:solidFill>
                <a:latin typeface="Poppins"/>
              </a:rPr>
              <a:t>Switch the model to Ollama and the answering half runs free on your own laptop, forever.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