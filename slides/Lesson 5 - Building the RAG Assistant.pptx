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The assistant</a:t>
            </a:r>
          </a:p>
        </p:txBody>
      </p:sp>
      <p:sp>
        <p:nvSpPr>
          <p:cNvPr id="5" name="Oval 4"/>
          <p:cNvSpPr/>
          <p:nvPr/>
        </p:nvSpPr>
        <p:spPr>
          <a:xfrm>
            <a:off x="1536192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918627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1.  Your first AI call, and system prompts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2.  Hallucination, and why pasting everything fails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3.  Splitting documents so they can be searched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4.  Turning meaning into numbers you can compare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Retrieval + prompt = grounded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6.  Real project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7.  Your notes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9848" y="82296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19" y="3154679"/>
            <a:ext cx="10019211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19" y="3218687"/>
            <a:ext cx="1001921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EXPLORE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41034" y="3154679"/>
            <a:ext cx="1554480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41034" y="3218687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57217" y="3154679"/>
            <a:ext cx="3670662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57217" y="3218687"/>
            <a:ext cx="367066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66666"/>
                </a:solidFill>
                <a:latin typeface="Poppins Medium"/>
              </a:rPr>
              <a:t>FINISH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5093207"/>
            <a:ext cx="14813280" cy="54864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first AI call, and system prompts</a:t>
            </a:r>
          </a:p>
        </p:txBody>
      </p:sp>
      <p:sp>
        <p:nvSpPr>
          <p:cNvPr id="14" name="Oval 13"/>
          <p:cNvSpPr/>
          <p:nvPr/>
        </p:nvSpPr>
        <p:spPr>
          <a:xfrm>
            <a:off x="3487782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6342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1982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Why AI lies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9102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Hallucination, and why pasting everything fails</a:t>
            </a:r>
          </a:p>
        </p:txBody>
      </p:sp>
      <p:sp>
        <p:nvSpPr>
          <p:cNvPr id="18" name="Oval 17"/>
          <p:cNvSpPr/>
          <p:nvPr/>
        </p:nvSpPr>
        <p:spPr>
          <a:xfrm>
            <a:off x="5603965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12525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8165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5285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Splitting documents so they can be searched</a:t>
            </a:r>
          </a:p>
        </p:txBody>
      </p:sp>
      <p:sp>
        <p:nvSpPr>
          <p:cNvPr id="22" name="Oval 21"/>
          <p:cNvSpPr/>
          <p:nvPr/>
        </p:nvSpPr>
        <p:spPr>
          <a:xfrm>
            <a:off x="7720148" y="4754879"/>
            <a:ext cx="731520" cy="731520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8708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348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Embeddings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1468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Turning meaning into numbers you can compare</a:t>
            </a:r>
          </a:p>
        </p:txBody>
      </p:sp>
      <p:sp>
        <p:nvSpPr>
          <p:cNvPr id="26" name="Oval 25"/>
          <p:cNvSpPr/>
          <p:nvPr/>
        </p:nvSpPr>
        <p:spPr>
          <a:xfrm>
            <a:off x="9744891" y="4663440"/>
            <a:ext cx="914400" cy="914400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44891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FFFFF"/>
                </a:solidFill>
                <a:latin typeface="Poppins Extra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531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3627FC"/>
                </a:solidFill>
                <a:latin typeface="Poppins ExtraBold"/>
              </a:rPr>
              <a:t>The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7651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Retrieval + prompt = grounded answers</a:t>
            </a:r>
          </a:p>
        </p:txBody>
      </p:sp>
      <p:sp>
        <p:nvSpPr>
          <p:cNvPr id="30" name="Oval 29"/>
          <p:cNvSpPr/>
          <p:nvPr/>
        </p:nvSpPr>
        <p:spPr>
          <a:xfrm>
            <a:off x="11952514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61074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66714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Real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83834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Out of the notebook, into Python files</a:t>
            </a:r>
          </a:p>
        </p:txBody>
      </p:sp>
      <p:sp>
        <p:nvSpPr>
          <p:cNvPr id="34" name="Oval 33"/>
          <p:cNvSpPr/>
          <p:nvPr/>
        </p:nvSpPr>
        <p:spPr>
          <a:xfrm>
            <a:off x="14068697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977257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82897" y="3886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Your notes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00017" y="4251959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Your own documents, and fixing what goes wrong</a:t>
            </a:r>
          </a:p>
        </p:txBody>
      </p:sp>
      <p:sp>
        <p:nvSpPr>
          <p:cNvPr id="38" name="Oval 37"/>
          <p:cNvSpPr/>
          <p:nvPr/>
        </p:nvSpPr>
        <p:spPr>
          <a:xfrm>
            <a:off x="16184880" y="4754879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9344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499080" y="5806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>
                <a:solidFill>
                  <a:srgbClr val="434343"/>
                </a:solidFill>
                <a:latin typeface="Poppins ExtraBold"/>
              </a:rPr>
              <a:t>Ship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16200" y="6217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66666"/>
                </a:solidFill>
                <a:latin typeface="Poppins"/>
              </a:rPr>
              <a:t>Measure, tune, and show what you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850392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oppins Medium"/>
              </a:rPr>
              <a:t>8 lessons · 2 hours each · you finish with a program that knows what you know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2" y="3008376"/>
            <a:ext cx="8083296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2907792"/>
            <a:ext cx="8083296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648456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Assemble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471416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Retrieve the chunks, join them, and read the prompt you just built.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72600" y="3008376"/>
            <a:ext cx="8083296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62872" y="2907792"/>
            <a:ext cx="8083296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52760" y="3648456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4471416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Return the files each answer came from, so it can be checked.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" y="6428232"/>
            <a:ext cx="8083296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" y="6327648"/>
            <a:ext cx="8083296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21991" y="7068312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The refusal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1" y="7891272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One sentence that stops it inventing answers.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72600" y="6428232"/>
            <a:ext cx="8083296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62872" y="6327648"/>
            <a:ext cx="8083296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52760" y="7068312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7891272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Make follow-up questions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