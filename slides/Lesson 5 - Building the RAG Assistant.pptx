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The assistant</a:t>
            </a:r>
          </a:p>
        </p:txBody>
      </p:sp>
      <p:sp>
        <p:nvSpPr>
          <p:cNvPr id="5" name="Oval 4"/>
          <p:cNvSpPr/>
          <p:nvPr/>
        </p:nvSpPr>
        <p:spPr>
          <a:xfrm>
            <a:off x="1536192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918627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1.  Your first AI call, and system prompts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2.  Why it makes things up, and why pasting everything fails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3.  Splitting documents so they can be searched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4.  Turning meaning into numbers you can compare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Retrieval + prompt = grounded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6.  Real project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9848" y="82296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19" y="3154679"/>
            <a:ext cx="10019211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19" y="3218687"/>
            <a:ext cx="1001921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EXPLORE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41034" y="3154679"/>
            <a:ext cx="1554480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41034" y="3218687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57217" y="3154679"/>
            <a:ext cx="3670662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57217" y="3218687"/>
            <a:ext cx="36706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FINISH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5093207"/>
            <a:ext cx="14813280" cy="5486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first AI call, and system prompts</a:t>
            </a:r>
          </a:p>
        </p:txBody>
      </p:sp>
      <p:sp>
        <p:nvSpPr>
          <p:cNvPr id="14" name="Oval 13"/>
          <p:cNvSpPr/>
          <p:nvPr/>
        </p:nvSpPr>
        <p:spPr>
          <a:xfrm>
            <a:off x="3487782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6342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1982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Why AI invents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9102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Why it makes things up, and why pasting everything fails</a:t>
            </a:r>
          </a:p>
        </p:txBody>
      </p:sp>
      <p:sp>
        <p:nvSpPr>
          <p:cNvPr id="18" name="Oval 17"/>
          <p:cNvSpPr/>
          <p:nvPr/>
        </p:nvSpPr>
        <p:spPr>
          <a:xfrm>
            <a:off x="5603965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12525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8165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5285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Splitting documents so they can be searched</a:t>
            </a:r>
          </a:p>
        </p:txBody>
      </p:sp>
      <p:sp>
        <p:nvSpPr>
          <p:cNvPr id="22" name="Oval 21"/>
          <p:cNvSpPr/>
          <p:nvPr/>
        </p:nvSpPr>
        <p:spPr>
          <a:xfrm>
            <a:off x="7720148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8708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348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Embeddings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1468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Turning meaning into numbers you can compare</a:t>
            </a:r>
          </a:p>
        </p:txBody>
      </p:sp>
      <p:sp>
        <p:nvSpPr>
          <p:cNvPr id="26" name="Oval 25"/>
          <p:cNvSpPr/>
          <p:nvPr/>
        </p:nvSpPr>
        <p:spPr>
          <a:xfrm>
            <a:off x="9744891" y="4663440"/>
            <a:ext cx="914400" cy="914400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44891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531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3627FC"/>
                </a:solidFill>
                <a:latin typeface="Poppins ExtraBold"/>
              </a:rPr>
              <a:t>The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7651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Retrieval + prompt = grounded answers</a:t>
            </a:r>
          </a:p>
        </p:txBody>
      </p:sp>
      <p:sp>
        <p:nvSpPr>
          <p:cNvPr id="30" name="Oval 29"/>
          <p:cNvSpPr/>
          <p:nvPr/>
        </p:nvSpPr>
        <p:spPr>
          <a:xfrm>
            <a:off x="11952514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61074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66714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Real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83834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Out of the notebook, into Python files</a:t>
            </a:r>
          </a:p>
        </p:txBody>
      </p:sp>
      <p:sp>
        <p:nvSpPr>
          <p:cNvPr id="34" name="Oval 33"/>
          <p:cNvSpPr/>
          <p:nvPr/>
        </p:nvSpPr>
        <p:spPr>
          <a:xfrm>
            <a:off x="14068697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977257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82897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Your notes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00017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own documents, and fixing what goes wrong</a:t>
            </a:r>
          </a:p>
        </p:txBody>
      </p:sp>
      <p:sp>
        <p:nvSpPr>
          <p:cNvPr id="38" name="Oval 37"/>
          <p:cNvSpPr/>
          <p:nvPr/>
        </p:nvSpPr>
        <p:spPr>
          <a:xfrm>
            <a:off x="1618488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9344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499080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Ship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16200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Measure, tune, and show what you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850392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oppins Medium"/>
              </a:rPr>
              <a:t>8 lessons · 2 hours each · you finish with a program that knows what you know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1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Assemble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Retrieve the chunks, join them, and read the prompt you just built.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25767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6039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4407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4407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Return the files each answer came from, so it can be checked.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9703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999976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58343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The refusal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58343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One sentence that stops it inventing answers.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3799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4071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2439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Tune 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2439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How many chunks? Too few misses answers, too many makes them vague.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17736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08008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6376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6376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Make follow-up questions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