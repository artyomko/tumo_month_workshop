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7 of 8  ·  Your Own Knowledge 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Your notes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84740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150993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4.  Turning meaning into numbers you can compare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5.  Retrieval + prompt = grounded answers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6.  Out of the notebook, into Python files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Your own documents, and fixing what goes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Your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Load your own material and ask five questions you know.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Improve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Fix the documents, not the code. Then measure again.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9783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0055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Build a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One of your own. Decide which file it belongs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hard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Garbage in, garbage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Good: headings, short paragraphs, one topic per file.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Bad: one unbroken wall of text, everything in notes.md.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The killer: notes that say “this is the important one”. “This” carries the meaning, and a search cannot see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Did the right chunk come back?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Ask that before you blame the prompt. /sources answers it, and costs nothing.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Two failures, two fixes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Retrieval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The right chunk never came back. Fix your documents, the chunk size, or k.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Generation failed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It came back and the model ignored it. Fix the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Re-run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Chunk size, overlap, or the documents themselves → re-run ingest.py.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How many chunks, or the system prompt → takes effect immediately.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“I changed it and nothing happened” is almost always a forgotten ingest.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